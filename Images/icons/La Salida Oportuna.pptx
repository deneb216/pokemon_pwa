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36f34440-3b24-4e60-a823-83d77b163dc0.fntdata" /><ns0:Relationship Id="rIdFont14" Type="http://schemas.openxmlformats.org/officeDocument/2006/relationships/font" Target="fonts/044489c5-2c73-4799-aa58-74704e68f9a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3843" y="2485132"/>
            <a:ext cx="4024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0A5FA"/>
                </a:solidFill>
                <a:latin typeface="Inter"/>
              </a:rPr>
              <a:t>ESTRATEGIAS DE NEGOCIACIÓN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2973" y="2837557"/>
            <a:ext cx="8426053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La Salida Oportuna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820417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El poder táctico de saber retirarse a tiempo para proteger valor.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81362"/>
            <a:ext cx="2667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10037"/>
            <a:ext cx="2381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938712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428750"/>
            <a:ext cx="70008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¿Qué es en general?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19325"/>
            <a:ext cx="5429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Retirada estratégica y calculada de una mesa de negociación desfavorable.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248025"/>
            <a:ext cx="34861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Límite Firme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Protección absoluta de intereses críticos.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4076700"/>
            <a:ext cx="3400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Táctica Psicológica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Demostración intencional de desinterés.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905375"/>
            <a:ext cx="353377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Punto de Inflexión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Presión máxima para concesiones rivales.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37" y="2041326"/>
            <a:ext cx="542925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" y="2955726"/>
            <a:ext cx="12049125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"Ningún acuerdo es preferible a un mal acuerdo."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7765" y="4540448"/>
            <a:ext cx="6036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Inter"/>
              </a:rPr>
              <a:t>El axioma central de la negociación efectiva.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98526"/>
            <a:ext cx="3403550" cy="2784871"/>
          </a:xfrm>
          <a:prstGeom prst="roundRect">
            <a:avLst>
              <a:gd name="adj" fmla="val 54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636639"/>
            <a:ext cx="3403550" cy="2508646"/>
          </a:xfrm>
          <a:prstGeom prst="roundRect">
            <a:avLst>
              <a:gd name="adj" fmla="val 60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516683"/>
            <a:ext cx="3403550" cy="2748557"/>
          </a:xfrm>
          <a:prstGeom prst="roundRect">
            <a:avLst>
              <a:gd name="adj" fmla="val 55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955726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350" y="3093839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500" y="2973883"/>
            <a:ext cx="4286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Indicadores de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641526"/>
            <a:ext cx="271362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Exigencias Irrazonables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346376"/>
            <a:ext cx="258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La contraparte rechaza ceder en puntos fundamentales.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1350" y="3779639"/>
            <a:ext cx="326700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Estancamiento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1350" y="4208264"/>
            <a:ext cx="258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Diálogo redundante sin progreso real ni respeto.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3500" y="3659683"/>
            <a:ext cx="326700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Alternativa Superior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3500" y="4088308"/>
            <a:ext cx="25844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El plan de respaldo ofrece mayor rentabilidad comprobada.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05300" y="2619375"/>
            <a:ext cx="19050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7650" y="2619375"/>
            <a:ext cx="19050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2390775"/>
            <a:ext cx="914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390775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150" y="2390775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150" y="26574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7" y="2657475"/>
            <a:ext cx="428625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225" y="2657475"/>
            <a:ext cx="4762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EL IMPACTO ESTRATÉGICO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66800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¿Por qué saber retirarse?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409" y="3609975"/>
            <a:ext cx="38504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Mitigación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87" y="4086225"/>
            <a:ext cx="36671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Evita grandes pérdidas de capital.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0759" y="3609975"/>
            <a:ext cx="38504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Autoridad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2437" y="4086225"/>
            <a:ext cx="36671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Demuestra alta tolerancia al riesgo.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3109" y="3609975"/>
            <a:ext cx="38504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Equidad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4787" y="4086225"/>
            <a:ext cx="36671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Abre puertas para mejores ofertas.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155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86956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Times New Roman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23937"/>
            <a:ext cx="641318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Times New Roman"/>
              </a:rPr>
              <a:t>https://cdn.prod.website-files.com/5f16d69f1760cdba99c3ce6e/67add93fbdde11c47e96ff37_image.png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3962"/>
            <a:ext cx="180212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Times New Roma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mes New Roman"/>
              </a:rPr>
              <a:t>www.eleken.co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